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0000"/>
                </a:solidFill>
                <a:latin typeface="Calibri"/>
              </a:rPr>
              <a:t>Library Book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0">
                <a:solidFill>
                  <a:srgbClr val="555555"/>
                </a:solidFill>
                <a:latin typeface="Calibri"/>
              </a:rPr>
              <a:t>DevOps Final Capstone: from laptop to a monitored EKS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Hariny Patel</a:t>
            </a:r>
          </a:p>
          <a:p>
            <a:pPr algn="ctr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24bcs10407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00000"/>
                </a:solidFill>
                <a:latin typeface="Calibri"/>
              </a:rPr>
              <a:t>Project 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5544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A web app for a library: add books, lend them to members and mark them returned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Dashboard shows total, available and borrowed books, with filters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React frontend, FastAPI backend and PostgreSQL database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Goal: take the app through the full DevOps flow, from a Git push to a monitored Kubernetes cluster on AWS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Every step is automated: tests, image build, security scan, push and deploy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00000"/>
                </a:solidFill>
                <a:latin typeface="Calibri"/>
              </a:rPr>
              <a:t>Tech Stack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5544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Application: React 19 + Vite, Python 3.13 + FastAPI, SQLAlchemy, Alembic, PostgreSQL 17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Testing: Pytest with an in-memory SQLite test database (11 tests)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Containers: Docker multi-stage builds, Docker Compose, non-root users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CI/CD: GitHub Actions, GitHub Container Registry, Trivy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Infrastructure: Terraform, AWS VPC, AWS EKS (us-east-1)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Kubernetes: Helm, Traefik Ingress, HPA, Argo CD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Monitoring: Prometheus and Grafana (kube-prometheus-stack)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00000"/>
                </a:solidFill>
                <a:latin typeface="Calibri"/>
              </a:rPr>
              <a:t>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645920"/>
            <a:ext cx="17373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</a:rPr>
              <a:t>Developer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git push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645920"/>
            <a:ext cx="17373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</a:rPr>
              <a:t>GitHub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repository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645920"/>
            <a:ext cx="21945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</a:rPr>
              <a:t>GitHub Actions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test, build, scan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45920"/>
            <a:ext cx="17373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</a:rPr>
              <a:t>GHCR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images:SHA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645920"/>
            <a:ext cx="17373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</a:rPr>
              <a:t>Argo CD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syncs chart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057400"/>
            <a:ext cx="54864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60" y="2057400"/>
            <a:ext cx="54864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223760" y="2057400"/>
            <a:ext cx="54864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09760" y="2057400"/>
            <a:ext cx="54864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3017520"/>
            <a:ext cx="11338560" cy="3474720"/>
          </a:xfrm>
          <a:prstGeom prst="rect">
            <a:avLst/>
          </a:prstGeom>
          <a:noFill/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AWS VPC + EKS cluster (created by Terraform)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27080" y="2468880"/>
            <a:ext cx="0" cy="54864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" y="4206240"/>
            <a:ext cx="2011680" cy="914400"/>
          </a:xfrm>
          <a:prstGeom prst="round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Traefik Ingress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AWS load balancer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566160"/>
            <a:ext cx="21945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</a:rPr>
              <a:t>Frontend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React + Nginx, 2 pods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4937760"/>
            <a:ext cx="21945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</a:rPr>
              <a:t>Backend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FastAPI, 2 to 5 pods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937760"/>
            <a:ext cx="20116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</a:rPr>
              <a:t>PostgreSQL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StatefulSet + EBS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566160"/>
            <a:ext cx="20116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</a:rPr>
              <a:t>Prometheus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scrapes /metrics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3566160"/>
            <a:ext cx="20116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</a:rPr>
              <a:t>Grafana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dashboard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834640" y="3977639"/>
            <a:ext cx="822960" cy="50292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834640" y="4846320"/>
            <a:ext cx="822960" cy="50292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52160" y="5349240"/>
            <a:ext cx="82296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852160" y="4206240"/>
            <a:ext cx="822960" cy="82296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86800" y="3977639"/>
            <a:ext cx="73152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/ to frontend, /api to backend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00000"/>
                </a:solidFill>
                <a:latin typeface="Calibri"/>
              </a:rPr>
              <a:t>CI/CD Flow (GitHub Actions)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5544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Runs on every push to main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Job 1, test: pytest -v and the frontend build. A failing test stops the pipeline, so no broken image is made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Job 2, build-scan-push: backend and frontend images built in parallel, scanned by Trivy, then pushed to GHCR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Image tag = Git commit SHA, so every running pod can be traced to one commit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Job 3, deploy: writes the new SHA into the Helm values file and commits it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Argo CD sees the commit and rolls out the new version (GitOps)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00000"/>
                </a:solidFill>
                <a:latin typeface="Calibri"/>
              </a:rPr>
              <a:t>Security: Trivy Scan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5544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Trivy scans both images for HIGH and CRITICAL CVEs that already have a fix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The pipeline fails if it finds one (--exit-code 1)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First scan of python:3.13-slim failed: 4 HIGH CVEs, e.g. CVE-2026-97687 in urllib3 bundled inside pip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Fix: pip is only needed while building, so the Dockerfile uninstalls it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Nginx image: curl CVE-2026-92392, fixed by apk upgrade in the Dockerfile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Both images now scan clean. Clean means no known fixable HIGH/CRITICAL issue, not 100% secure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00000"/>
                </a:solidFill>
                <a:latin typeface="Calibri"/>
              </a:rPr>
              <a:t>Infrastructure: Terraform on AWS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5544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Infrastructure as Code: the whole AWS setup is in terraform/ instead of clicking in the console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VPC 10.0.0.0/16 in us-east-1: 2 public + 2 private subnets in two zones, 1 NAT gateway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EKS cluster booktracker-eks with a managed node group of 3 x t3.medium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Add-ons: VPC CNI, CoreDNS, kube-proxy, EBS CSI driver (database disk), metrics-server (HPA)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terraform init, plan, apply to create and terraform destroy to remove everything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No AWS keys in Git: Terraform uses my AWS CLI login, state files are git-ignored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00000"/>
                </a:solidFill>
                <a:latin typeface="Calibri"/>
              </a:rPr>
              <a:t>Kubernetes Setup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5544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Helm chart helm/booktracker packages the whole app: Deployments, Services, StatefulSet, Ingress, HPA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Frontend: 2 replicas. Backend: HPA keeps 2 to 5 replicas based on 70% CPU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Readiness probe /ready checks the database, liveness probe /health checks the app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PostgreSQL: StatefulSet with a 1 GiB EBS volume, so data survives pod restarts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Traefik Ingress: / goes to the frontend and /api goes to the backend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Argo CD watches the repo and keeps the cluster in sync with Git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00000"/>
                </a:solidFill>
                <a:latin typeface="Calibri"/>
              </a:rPr>
              <a:t>Observability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5544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Backend exposes /metrics with request count, latency and status code per endpoint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kube-prometheus-stack installs Prometheus and Grafana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A ServiceMonitor in the chart tells Prometheus to scrape the backend every 15 seconds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Grafana dashboard: requests per second, p95 latency, error responses and backend pod count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Load test script sends traffic so the panels and the HPA can be seen live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00000"/>
                </a:solidFill>
                <a:latin typeface="Calibri"/>
              </a:rPr>
              <a:t>Key Learnings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5544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Tests before images: the pipeline stops bad code before it reaches the registry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A security scan is a real gate: my first image failed and I had to understand why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Health and readiness are different: a pod can be alive but not ready to serve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Kubernetes creates AWS resources too (load balancer, EBS), so they must be deleted before terraform destroy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 GitOps makes deploys traceable: Git commit, image tag and running pod all match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0000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0">
                <a:solidFill>
                  <a:srgbClr val="555555"/>
                </a:solidFill>
                <a:latin typeface="Calibri"/>
              </a:rPr>
              <a:t>Next: live demo of the pipeline, cluster and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